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950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1005840"/>
            <a:ext cx="228600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em cada processo.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3401568"/>
            <a:ext cx="3200400" cy="5486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Inteligente para PMEs</a:t>
            </a:r>
            <a:endParaRPr lang="en-US" sz="1400" dirty="0"/>
          </a:p>
        </p:txBody>
      </p:sp>
      <p:pic>
        <p:nvPicPr>
          <p:cNvPr id="13" name="Imagem 12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E2171D73-6A99-DAFB-7EB2-460714D51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5894"/>
            <a:ext cx="4546444" cy="11230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70408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desses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2651760" cy="251460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65176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21671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 resposta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</a:t>
            </a:r>
            <a:r>
              <a:rPr lang="en-US" sz="10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</a:t>
            </a: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ninguém responde. Ele compra do concorrente.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920240"/>
            <a:ext cx="2651760" cy="251460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154680" y="1920240"/>
            <a:ext cx="265176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91840" y="21671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manuais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94436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perdidas em tarefas repetitivas que não geram receita.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920240"/>
            <a:ext cx="2651760" cy="2514600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989320" y="1920240"/>
            <a:ext cx="265176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126480" y="21671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26480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crescer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94436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vender mais, precisa contratar mais. A conta não fecha.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PrumaIA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09728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uma consultoria de automação inteligente que transforma a operação de PMEs usando IA — sem aumentar custos, sem complicação, com resultado visível.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69869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20040" y="2069869"/>
            <a:ext cx="64008" cy="24231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217959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72205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874541"/>
            <a:ext cx="82296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2984269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alinhados, sem margem para erro. Cada automação é desenhada para o seu negócio.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2069869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154680" y="2069869"/>
            <a:ext cx="64008" cy="242316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337560" y="217959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472205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7560" y="2874541"/>
            <a:ext cx="822960" cy="3657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337560" y="2984269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moldada a cada segmento. Não existe solução genérica — existe a solução certa.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2069869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989320" y="2069869"/>
            <a:ext cx="64008" cy="2423160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172200" y="217959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2472205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2874541"/>
            <a:ext cx="822960" cy="36576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172200" y="2984269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sem aumentar o esforço. Você vende mais com o mesmo time.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584469"/>
            <a:ext cx="850392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6294" y="5029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real.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só tecnologia.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91009" y="1682496"/>
            <a:ext cx="2697480" cy="2921508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91009" y="1682496"/>
            <a:ext cx="269748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36729" y="30075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Lima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75641" y="3391592"/>
            <a:ext cx="16002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84632" y="1682496"/>
            <a:ext cx="2697480" cy="2921508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Shape 12"/>
          <p:cNvSpPr/>
          <p:nvPr/>
        </p:nvSpPr>
        <p:spPr>
          <a:xfrm>
            <a:off x="484632" y="1682496"/>
            <a:ext cx="2697480" cy="64008"/>
          </a:xfrm>
          <a:prstGeom prst="rect">
            <a:avLst/>
          </a:prstGeom>
          <a:solidFill>
            <a:srgbClr val="5CCFF5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30352" y="30075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Marcelo Mattioli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" y="3391592"/>
            <a:ext cx="1600200" cy="36576"/>
          </a:xfrm>
          <a:prstGeom prst="rect">
            <a:avLst/>
          </a:prstGeom>
          <a:solidFill>
            <a:srgbClr val="5CCFF5"/>
          </a:solidFill>
          <a:ln w="12700">
            <a:solidFill>
              <a:srgbClr val="5CCF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39249" y="35229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de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mercado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Fundador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e CTO de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uma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empresa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tecnologia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que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escalou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até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R$ 20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milhões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faturamento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com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soluções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de ERP, CRM, E-commerce.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97386" y="1682496"/>
            <a:ext cx="2697480" cy="2921508"/>
          </a:xfrm>
          <a:prstGeom prst="rect">
            <a:avLst/>
          </a:prstGeom>
          <a:solidFill>
            <a:srgbClr val="1E3080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097386" y="1682496"/>
            <a:ext cx="2697480" cy="64008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143106" y="30075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Diogo Arado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2018" y="3391592"/>
            <a:ext cx="1600200" cy="36576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0CC23BA7-48DD-3073-0B40-C41F9709A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719" y="1919744"/>
            <a:ext cx="991852" cy="1021459"/>
          </a:xfrm>
          <a:prstGeom prst="ellipse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E9C3CB67-D836-F606-35A9-C21E66FDF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004" y="1919744"/>
            <a:ext cx="1026299" cy="1021459"/>
          </a:xfrm>
          <a:prstGeom prst="ellipse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45FF000F-54BF-402C-9097-37C600043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930" y="1898049"/>
            <a:ext cx="991852" cy="1043154"/>
          </a:xfrm>
          <a:prstGeom prst="ellipse">
            <a:avLst/>
          </a:prstGeom>
        </p:spPr>
      </p:pic>
      <p:sp>
        <p:nvSpPr>
          <p:cNvPr id="7" name="Text 18">
            <a:extLst>
              <a:ext uri="{FF2B5EF4-FFF2-40B4-BE49-F238E27FC236}">
                <a16:creationId xmlns:a16="http://schemas.microsoft.com/office/drawing/2014/main" id="{09AC18CB-2DB5-F2A6-F6A5-CC6787A2D716}"/>
              </a:ext>
            </a:extLst>
          </p:cNvPr>
          <p:cNvSpPr/>
          <p:nvPr/>
        </p:nvSpPr>
        <p:spPr>
          <a:xfrm>
            <a:off x="3405309" y="349965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Formada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+10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mercado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Atuou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consultora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Falconi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Head de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W1 Inc.</a:t>
            </a:r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BBE70CEA-1F7E-0B4C-8D6B-203935C1E319}"/>
              </a:ext>
            </a:extLst>
          </p:cNvPr>
          <p:cNvSpPr/>
          <p:nvPr/>
        </p:nvSpPr>
        <p:spPr>
          <a:xfrm>
            <a:off x="6211686" y="3627673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mercado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COO de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escalou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até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R$ 20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milhões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faturamento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com </a:t>
            </a:r>
            <a:r>
              <a:rPr lang="en-US" sz="950" dirty="0" err="1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soluções</a:t>
            </a:r>
            <a:r>
              <a:rPr lang="en-US" sz="950" dirty="0">
                <a:solidFill>
                  <a:srgbClr val="8A9BC4"/>
                </a:solidFill>
                <a:latin typeface="Calibri" pitchFamily="34" charset="0"/>
                <a:cs typeface="Calibri" pitchFamily="34" charset="-120"/>
              </a:rPr>
              <a:t> de ERP, CRM, E-commerce.</a:t>
            </a:r>
            <a:endParaRPr lang="en-US" sz="950" dirty="0">
              <a:solidFill>
                <a:srgbClr val="8A9B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1" grpId="0" animBg="1"/>
      <p:bldP spid="13" grpId="0" animBg="1"/>
      <p:bldP spid="14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7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diagnóstico ao resultado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09728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2018330"/>
            <a:ext cx="7589520" cy="36576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051560" y="1762298"/>
            <a:ext cx="548640" cy="54864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51560" y="176229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75530"/>
            <a:ext cx="19659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20040" y="2475530"/>
            <a:ext cx="64008" cy="193852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" y="258525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89615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4632" y="3152186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Mapeamos os processos com maior impacto no seu faturamento e identificamos onde a IA age mais rápido.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762298"/>
            <a:ext cx="548640" cy="548640"/>
          </a:xfrm>
          <a:prstGeom prst="ellipse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200400" y="176229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68880" y="2475530"/>
            <a:ext cx="19659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468880" y="2475530"/>
            <a:ext cx="64008" cy="1938528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633472" y="258525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33472" y="289615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2–3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33472" y="3152186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Construímos a automação customizada para o seu negócio. Sem solução genérica — feita para você.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49240" y="1762298"/>
            <a:ext cx="548640" cy="548640"/>
          </a:xfrm>
          <a:prstGeom prst="ellipse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349240" y="176229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17720" y="2475530"/>
            <a:ext cx="19659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617720" y="2475530"/>
            <a:ext cx="64008" cy="1938528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782312" y="258525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82312" y="289615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8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82312" y="3152186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Entregamos, treinamos e garantimos que tudo funcione. Você vê o resultado antes de pagar a manutenção.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98080" y="1762298"/>
            <a:ext cx="548640" cy="5486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498080" y="176229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66560" y="2475530"/>
            <a:ext cx="19659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766560" y="2475530"/>
            <a:ext cx="64008" cy="19385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931152" y="258525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Contínua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31152" y="289615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31152" y="3152186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mensal, melhorias e novas automações. Seu negócio cresce — a IA acompanha.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" y="139653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971800" y="139653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E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120640" y="139653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5B8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269480" y="139653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no seu negócio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09728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608928"/>
            <a:ext cx="2651760" cy="25287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608928"/>
            <a:ext cx="64008" cy="252873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194725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21h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26970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007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tempo médio que PMEs perdem em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manuais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Panorama da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Corporativas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Com a PrumaIA, esse tempo volta para o que importa.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608928"/>
            <a:ext cx="2651760" cy="25287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154680" y="1608928"/>
            <a:ext cx="64008" cy="2528732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337560" y="194725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337560" y="26970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eficiência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007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ganho médio de eficiência operacional após implementar automações integradas (Forrester Research).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1608928"/>
            <a:ext cx="2651760" cy="25287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989320" y="1608928"/>
            <a:ext cx="64008" cy="2528732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172200" y="194725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5B8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172200" y="26970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receita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3007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perdida por baixa eficiência. Automatizar o atendimento é a forma mais rápida de recuperar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(McKinsey)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PrumaIA?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09728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64008" cy="8046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empresarial real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536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fundador técnico escalou empresa de R$20M com ERP, CRM e E-commerce. Não aprendemos no YouTube.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64008" cy="804672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" y="2231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antes da solução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4505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entendemos seu negócio. A automação é desenhada para o seu processo real.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9923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20040" y="2999232"/>
            <a:ext cx="64008" cy="804672"/>
          </a:xfrm>
          <a:prstGeom prst="rect">
            <a:avLst/>
          </a:prstGeom>
          <a:solidFill>
            <a:srgbClr val="5B8AF0"/>
          </a:solidFill>
          <a:ln w="12700">
            <a:solidFill>
              <a:srgbClr val="5B8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02920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090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mensurável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364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entrega tem indicadores. Você sabe exatamente quanto está ganhando com a automação.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91363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20040" y="3913632"/>
            <a:ext cx="64008" cy="8046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2920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4005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lock-in tecnológico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2793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flexível — n8n, OpenAI, Claude, Gemini. Você não fica preso a um fornecedor.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32120" y="1170432"/>
            <a:ext cx="32918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532120" y="1170432"/>
            <a:ext cx="64008" cy="363931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742432" y="1298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PrumaIA vs Mercado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42432" y="1627632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42432" y="16642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29984" y="16642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PrumaIA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17536" y="16642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42432" y="1920240"/>
            <a:ext cx="29260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742432" y="1993392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760720" y="2075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empresarial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47778" y="20299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52450" y="20299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742432" y="2459736"/>
            <a:ext cx="2926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5760720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Customização real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47778" y="24963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52450" y="24963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42432" y="2926080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5760720" y="3008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mensurável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47778" y="29626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52450" y="29626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742432" y="3392424"/>
            <a:ext cx="2926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5760720" y="34747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multi-provider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947778" y="34290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52450" y="34290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742432" y="3858768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5760720" y="39410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contrato longo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947778" y="389534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752450" y="389534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742432" y="4325112"/>
            <a:ext cx="29260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5760720" y="4407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direto com sócio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47778" y="43616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752450" y="43616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9469EF0D-06E6-27ED-78FC-78C0CFB09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78" y="1839396"/>
            <a:ext cx="4546444" cy="1123026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61C22F4D-929D-AA6D-759D-FAB467EF6208}"/>
              </a:ext>
            </a:extLst>
          </p:cNvPr>
          <p:cNvSpPr/>
          <p:nvPr/>
        </p:nvSpPr>
        <p:spPr>
          <a:xfrm>
            <a:off x="1371600" y="2880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em cada processo.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595</Words>
  <Application>Microsoft Macintosh PowerPoint</Application>
  <PresentationFormat>Apresentação na tela (16:9)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PrumaIA — Apresentação Comercial</dc:title>
  <dc:subject>PptxGenJS Presentation</dc:subject>
  <dc:creator>PptxGenJS</dc:creator>
  <cp:lastModifiedBy>Kelly Lima</cp:lastModifiedBy>
  <cp:revision>3</cp:revision>
  <dcterms:created xsi:type="dcterms:W3CDTF">2026-04-18T21:41:43Z</dcterms:created>
  <dcterms:modified xsi:type="dcterms:W3CDTF">2026-04-18T22:12:23Z</dcterms:modified>
</cp:coreProperties>
</file>